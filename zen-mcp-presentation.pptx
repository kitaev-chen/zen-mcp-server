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 MCP: Many Workflows. One Context.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核心价值主张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到 CLI 桥接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多模型协作生态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实际工作流程示例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专业工具集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快速开始指南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高级用例与复杂工作流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生态系统与平台集成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0" y="182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Beehive Innovations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MCP: Many Workflows. One Context.</dc:title>
  <dc:subject>Complete Introduction to Zen MCP Server</dc:subject>
  <dc:creator>Zen MCP Server Team</dc:creator>
  <cp:lastModifiedBy>Zen MCP Server Team</cp:lastModifiedBy>
  <cp:revision>1</cp:revision>
  <dcterms:created xsi:type="dcterms:W3CDTF">2025-12-02T11:42:54Z</dcterms:created>
  <dcterms:modified xsi:type="dcterms:W3CDTF">2025-12-02T11:42:54Z</dcterms:modified>
</cp:coreProperties>
</file>